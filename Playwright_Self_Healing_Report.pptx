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Enterprise Self-Healing Automation</a:t>
            </a:r>
          </a:p>
          <a:p>
            <a:pPr>
              <a:defRPr sz="2400" b="1">
                <a:solidFill>
                  <a:srgbClr val="0EA5E9"/>
                </a:solidFill>
              </a:defRPr>
            </a:pPr>
            <a:r>
              <a:t>Architecture, Concurrency &amp; CI/CD Stability Report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Playwright for Java 1.61 · Java 21 · TestNG 7.11 · Jenkins CI · OrangeHRM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Target System: OrangeHRM Enterprise Portal   |   Hardware: AMD Ryzen 5 7530U (6C/12T), 16GB RAM   |   Status: 100% Green (6/6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Executive Problem &amp; Strategic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Challenges in Traditional Automation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Brittle Locators: Minor DOM changes (class, ID, tag) break scripts with TimeoutError.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CI/CD False Positives: Builds fail on harmless UI updates, halting deployment pipelines.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Single-Thread Bottleneck: Sequential suite execution took ~3m 03s, underutilizing multi-core CPUs.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SPA Race Conditions: Double-clicks on OrangeHRM client-side router aborted route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Engineered Architecture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Self-Healing Engine: Thread-safe singleton evaluating sequential candidate fallbacks.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Persistent Cache: Verifies and saves healed selectors to healed_locators.json for instant reuse.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ThreadLocal Parallelism: Independent Playwright/BrowserContext lifecycles per worker thread.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Deterministic Synchronization: Replaced brittle exact-text waits with resilient SPA route transitions.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Self-Healing Engine: Heuristic Resolution &amp; Recovery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669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4-Tier Selector Recovery Waterfall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Tier 1 - Cache Inspection: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Queries memory and healed_locators.json for proven selectors.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Tier 2 - Primary Attempt: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Attempts default locator with non-crashing timeout interception.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Tier 3 - Fallback Waterfall: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Sequentially tests alternative attributes (name, type, role, relative CSS).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✓ Tier 4 - Verification &amp; Commit: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Executes user action, writes healed locator to JSON, logs telemetry.</a:t>
            </a:r>
          </a:p>
        </p:txBody>
      </p:sp>
      <p:pic>
        <p:nvPicPr>
          <p:cNvPr id="6" name="Picture 5" descr="healing_donu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75488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5029200"/>
            <a:ext cx="4754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100% Recovery Rate (4 / 4 Elements Healed)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test crashes. All broken locators healed within SLA and persisted.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Jenkins Pipeline Stability &amp; Health (Build #255 - #257)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Build #255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FAILED (2 Failures / 5 Tests)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Logout timeout &amp; PIM routing collision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Build #256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SUCCESS (6/6 Passed)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Integrated Self-Healing Engine + BasePage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Build #257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SUCCESS (6/6 Passed in 161s)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Fully stabilized, cached locators, 100% green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8404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1828800"/>
                <a:gridCol w="338328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Test Class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Test Method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Resolution Highlights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LoginTest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verifyOrangeHRMLogin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Standard credentials authentication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LogoutTest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verifyOrangeHRMLogout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Targeted .oxd-userdropdown-tab with fallback retry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SelfHealingTest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testSelfHealingEngineWorkflow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 broken selectors dynamically healed &amp; saved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CreateBuzzPostTest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verifyCreateBuzzPost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Timestamped post submission &amp; feed sync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DeleteBuzzPostTest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verifyDeleteBuzzPost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Targeted post deletion with confirmation modal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PIMEmployeeTest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createVerifyAndDeleteEmployee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E2E Employee creation, photo upload &amp; cleanup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ThreadLocal Parallel Execution &amp; Benchmark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Sequential Duration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182.7s (3m 03s)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Parallel Duration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106.5s (1m 46s)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Thread-Safe Concurrency Key Highlights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ThreadLocal Isolation: tlPlaywright, tlBrowser, tlContext, and tlPage guarantee zero state bleed.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Automatic Teardown: BaseTest.tearDown() invokes .remove() on all ThreadLocal variables.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Significant Speedup: Up to 76.2 seconds saved (-42% overall duration reduction).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Deterministic Thread Pool: Fixed thread-count=3 prevents CPU thread thrashing.</a:t>
            </a:r>
          </a:p>
        </p:txBody>
      </p:sp>
      <p:pic>
        <p:nvPicPr>
          <p:cNvPr id="8" name="Picture 7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Test Execution Duration Breakdown &amp; Critical Path Analysis</a:t>
            </a:r>
          </a:p>
        </p:txBody>
      </p:sp>
      <p:pic>
        <p:nvPicPr>
          <p:cNvPr id="5" name="Picture 4" descr="test_duration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949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554480"/>
            <a:ext cx="50292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Critical Path Insights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PIMEmployeeTest is the Critical Path (30.6s):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Because PIM tests perform 14 sequential steps (add, personal details, photo, verify, delete), the parallel suite cannot finish faster than this single test.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Balanced Execution Distribution: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Login (11.4s) and DeleteBuzz (13.9s) finish rapidly on Workers 1 &amp; 2, freeing threads to pick up Buzz Post creation and Logout.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Zero Network Bottleneck Contention: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Independent BrowserContexts ensure zero HTTP cookie collision during simultaneous OrangeHRM logins.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Hardware &amp; Computational Resource Profiling</a:t>
            </a:r>
          </a:p>
        </p:txBody>
      </p:sp>
      <p:pic>
        <p:nvPicPr>
          <p:cNvPr id="5" name="Picture 4" descr="hardware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554480"/>
            <a:ext cx="49377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AMD Ryzen 5 7530U (6C / 12T)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25% Thread Utilization: 3 worker threads active. 9 threads remain completely free for OS scheduler and browser rendering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49377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16 GB DDR4 Physical RAM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Lightweight Footprint: 3 headless Chromium instances consume ~1.05 GB total. Over 4.7 GB RAM remains free, eliminating disk swap paging.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663440"/>
            <a:ext cx="49377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Process Architecture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13-15 child OS processes spawned cleanly across Playwright Node.js driver, Blink renderers, and GPU compositors.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PLAYWRIGHT-JAVA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Strategic Recommendations &amp; Maintenance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1. Centralized Configuration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Extract URLs, admin credentials, and default timeouts into src/test/resources/config.properties for multi-environment switching.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Production Logging Framework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Add Logback (ch.qos.logback:logback-classic) to replace SLF4J warnings and stream structured timestamped logs to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Instant Failure Screenshots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Capture full-page .png screenshots at the exact instant of test failure in BaseTest.tearDown() for instant visual triage in Jenkins.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4. Allure Reporting Integration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Add allure-testng to generate interactive dashboards, historical flakiness trends, and embedded failure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